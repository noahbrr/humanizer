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COLLEGIATE AVIATION PROGRAM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algn="ctr" indent="0" marL="0">
              <a:buNone/>
            </a:pPr>
            <a:r>
              <a:rPr lang="en-US" sz="96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Cohort-scale training records, fleet utilization, accreditation-grade trails.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F9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Aviation Program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One truth.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aviation runs on whiteboards, dispatch binders, and five tools that don't talk to each other. AeroOps makes the connected version the easy version.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the enemy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seam between tools is where money and safety leak 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 that closed but were never billed.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by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overdue inspection no spreadsheet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opacity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 tribal knowledge, not a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anxiety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FSDO conversation starts from recollection.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operating system, not an 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dispatch, maintenance, training, and money as one continuous, auditable motion — what airlines have had for decades.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operation touches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One picture. One record.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— Scheduling · Dispatch · Operations · Mission Control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— Squawks · Work orders · Return-to-service · Parts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— Students · Instructors · Checkride readiness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— Invoices · Payments · Receivables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— Reports · Executive view · Explainable insights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me today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triage, answered before the first click.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flights, at a glance.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— squawks, inspections, checkrides, activity.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status and weather for the active location.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Personalized: every viewer sees only what their role should.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on the wall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full-screen operations picture for the front desk and the ops room.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flight, fleet, and weather panels.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timeline as a first-class surface — not a log file.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mode and scenes for the dispatch wall.</a:t>
            </a:r>
            <a:endParaRPr lang="en-US" sz="1600" dirty="0"/>
          </a:p>
        </p:txBody>
      </p:sp>
      <p:pic>
        <p:nvPicPr>
          <p:cNvPr id="7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it once, everywhere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that knows the airplane, the instructor, and the student.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caught before they're saved.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instructor, student, and resource on one axis.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aircraft can't quietly stay on the schedule.</a:t>
            </a:r>
            <a:endParaRPr lang="en-US" sz="1600" dirty="0"/>
          </a:p>
        </p:txBody>
      </p:sp>
      <p:pic>
        <p:nvPicPr>
          <p:cNvPr id="7" name="Image 0" descr="/home/user/humanizer/aerops/public/marketing/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pipeline, in the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with reasons — not reconstructed from memory.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instructors, stage checks, and checkride queue in one place.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Endorsements and currency on the record, not in a spreadsheet.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records that follow the student through the syllabus.</a:t>
            </a:r>
            <a:endParaRPr lang="en-US" sz="1600" dirty="0"/>
          </a:p>
        </p:txBody>
      </p:sp>
      <p:pic>
        <p:nvPicPr>
          <p:cNvPr id="7" name="Image 0" descr="/home/user/humanizer/aerops/public/marketing/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MAINTENANCE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the system enforces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 → work order → return-to-service, with parts you can audit.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Squawks ranked by airworthiness impact.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return-to-service on the record.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movement as a typed, traceable ledger.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 aircraft and see the blast radius.</a:t>
            </a:r>
            <a:endParaRPr lang="en-US" sz="1600" dirty="0"/>
          </a:p>
        </p:txBody>
      </p:sp>
      <p:pic>
        <p:nvPicPr>
          <p:cNvPr id="7" name="Image 0" descr="/home/user/humanizer/aerops/public/marketing/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day, in motion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Release, watch, resolve, close out — without phone-tag.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releases and returns from one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that's always truthful across schedule and maintenance.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and grounding impact surfaced before they bite.</a:t>
            </a:r>
            <a:endParaRPr lang="en-US" sz="1600" dirty="0"/>
          </a:p>
        </p:txBody>
      </p:sp>
      <p:pic>
        <p:nvPicPr>
          <p:cNvPr id="7" name="Image 0" descr="/home/user/humanizer/aerops/public/marketing/ope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that reconciles itself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and receivables built into the operation — not bolted 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invoice per flight, generated at closeout.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exact by construction (Decimal, never float).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 aging and payment records in the tenant.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processing on invoices is on the roadmap (Stripe adapter).</a:t>
            </a:r>
            <a:endParaRPr lang="en-US" sz="1100" dirty="0"/>
          </a:p>
        </p:txBody>
      </p:sp>
      <p:pic>
        <p:nvPicPr>
          <p:cNvPr id="8" name="Image 0" descr="/home/user/humanizer/aerops/public/marketing/bi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motion. No leak.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flight closes. The meters move. The invoice exists — atomically. If any step fails, none of it commits.</a:t>
            </a:r>
            <a:endParaRPr lang="en-US" sz="1600" dirty="0"/>
          </a:p>
        </p:txBody>
      </p:sp>
      <p:pic>
        <p:nvPicPr>
          <p:cNvPr id="6" name="Image 0" descr="/home/user/humanizer/aerops/sales/assets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you can defend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with the reasons behind every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utilization, and instructor productivity.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 for the owner and the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immutable audit trail underneath every number.</a:t>
            </a:r>
            <a:endParaRPr lang="en-US" sz="1600" dirty="0"/>
          </a:p>
        </p:txBody>
      </p:sp>
      <p:pic>
        <p:nvPicPr>
          <p:cNvPr id="7" name="Image 0" descr="/home/user/humanizer/aerops/public/marketing/execu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Every seat.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by permission — never hardcoded by title. No one sees data their role shouldn't.</a:t>
            </a:r>
            <a:endParaRPr lang="en-US" sz="1400" dirty="0"/>
          </a:p>
        </p:txBody>
      </p:sp>
      <p:pic>
        <p:nvPicPr>
          <p:cNvPr id="6" name="Image 0" descr="/home/user/humanizer/aerops/sales/assets/screens/role-ow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3429000" cy="17830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Owner</a:t>
            </a:r>
            <a:endParaRPr lang="en-US" sz="1300" dirty="0"/>
          </a:p>
        </p:txBody>
      </p:sp>
      <p:pic>
        <p:nvPicPr>
          <p:cNvPr id="8" name="Image 1" descr="/home/user/humanizer/aerops/sales/assets/screens/role-dispatch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2194560"/>
            <a:ext cx="3429000" cy="178308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1300" dirty="0"/>
          </a:p>
        </p:txBody>
      </p:sp>
      <p:pic>
        <p:nvPicPr>
          <p:cNvPr id="10" name="Image 2" descr="/home/user/humanizer/aerops/sales/assets/screens/role-instru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6176" y="2194560"/>
            <a:ext cx="3429000" cy="178308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176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/ Flight Instructor</a:t>
            </a:r>
            <a:endParaRPr lang="en-US" sz="1300" dirty="0"/>
          </a:p>
        </p:txBody>
      </p:sp>
      <p:pic>
        <p:nvPicPr>
          <p:cNvPr id="12" name="Image 3" descr="/home/user/humanizer/aerops/sales/assets/screens/role-dispatch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80560"/>
            <a:ext cx="3429000" cy="178308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Dispatcher</a:t>
            </a:r>
            <a:endParaRPr lang="en-US" sz="1300" dirty="0"/>
          </a:p>
        </p:txBody>
      </p:sp>
      <p:pic>
        <p:nvPicPr>
          <p:cNvPr id="14" name="Image 4" descr="/home/user/humanizer/aerops/sales/assets/screens/role-maintenanc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480560"/>
            <a:ext cx="3429000" cy="1783080"/>
          </a:xfrm>
          <a:prstGeom prst="ellipse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53128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Manager</a:t>
            </a:r>
            <a:endParaRPr lang="en-US" sz="1300" dirty="0"/>
          </a:p>
        </p:txBody>
      </p:sp>
      <p:pic>
        <p:nvPicPr>
          <p:cNvPr id="16" name="Image 5" descr="/home/user/humanizer/aerops/sales/assets/screens/role-studen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6176" y="4480560"/>
            <a:ext cx="3429000" cy="1783080"/>
          </a:xfrm>
          <a:prstGeom prst="ellipse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66176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Pilot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operation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product to the operation without a consultant.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dashboard widgets per user.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Role-driven navigation and custom-role templates (Registrar, Front Office, Safety Officer…).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branding, time zone, and multiple locations.</a:t>
            </a:r>
            <a:endParaRPr lang="en-US" sz="1600" dirty="0"/>
          </a:p>
        </p:txBody>
      </p:sp>
      <p:pic>
        <p:nvPicPr>
          <p:cNvPr id="7" name="Image 0" descr="/home/user/humanizer/aerops/sales/assets/screens/role-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data. Roll it back.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Center is why switching isn't scary.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 for Flight Circle, Flight Schedule Pro, FlightLogger, QuickBooks.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→ test (a real, rolled-back run) → commit → rollback manifest.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v1 and signed webhooks for what comes next.</a:t>
            </a:r>
            <a:endParaRPr lang="en-US" sz="1600" dirty="0"/>
          </a:p>
        </p:txBody>
      </p:sp>
      <p:pic>
        <p:nvPicPr>
          <p:cNvPr id="7" name="Image 0" descr="/home/user/humanizer/aerops/public/marketing/im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in your pocket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responsive, installable app — for the ramp, the desk, and the couch.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PWA: add to home screen, works on phone and tablet.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 and full light/dark parity.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role's view, sized for the device.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today; native app-store wrappers are on the roadmap.</a:t>
            </a:r>
            <a:endParaRPr lang="en-US" sz="1100" dirty="0"/>
          </a:p>
        </p:txBody>
      </p:sp>
      <p:pic>
        <p:nvPicPr>
          <p:cNvPr id="8" name="Image 0" descr="/home/user/humanizer/aerops/public/marketing/mobil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914400"/>
            <a:ext cx="2286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SCHOOLS CHOOSE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in an afternoon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owner who is also the operations department.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re-entering a flight into three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by itself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happen at closeout, automatically.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tonight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today made, before you go home.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overhead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manual, no consultant, no back office.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construction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conflict, readiness score, and insight shows its reasons.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trail is immutable — never rewritten, never skipped.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advises; it never acts. Mutations require a permissioned human.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enforced from the session, never the client.</a:t>
            </a:r>
            <a:endParaRPr lang="en-US" sz="1600" dirty="0"/>
          </a:p>
        </p:txBody>
      </p:sp>
      <p:pic>
        <p:nvPicPr>
          <p:cNvPr id="7" name="Image 0" descr="/home/user/humanizer/aerops/public/marketing/intelli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underneath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by construction, one authorization gate, an immutable audit trail, and an atomic money path.</a:t>
            </a:r>
            <a:endParaRPr lang="en-US" sz="1600" dirty="0"/>
          </a:p>
        </p:txBody>
      </p:sp>
      <p:pic>
        <p:nvPicPr>
          <p:cNvPr id="6" name="Image 0" descr="/home/user/humanizer/aerops/sales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CLEARLY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seams are already built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plugging adapters into existing seams. Everything here is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52928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notifications, web push.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11296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3493008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 and card-on-invoice.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9664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151376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METAR/TAF (simulated today).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4809744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file storage with signed URLs.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546811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forecasting, currency guards, live AI narration.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the operation you 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SaaS economics — no consultant, no hostage fees.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Per-aircraft / per-seat, published — not negotiated in the dark.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538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2538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 an afternoon; a real import path out of any competitor.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6397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56397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shouldn't punish you — pricing grows with the operation.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 — contact us.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945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operation, not the paperwork.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school on AeroOps.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70248" y="4480560"/>
            <a:ext cx="365760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demo · aerops.io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AeroOps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AeroOps — The Operating System for Aviation</dc:title>
  <dc:subject>PptxGenJS Presentation</dc:subject>
  <dc:creator>AeroOps</dc:creator>
  <cp:lastModifiedBy>AeroOps</cp:lastModifiedBy>
  <cp:revision>1</cp:revision>
  <dcterms:created xsi:type="dcterms:W3CDTF">2026-07-08T17:47:26Z</dcterms:created>
  <dcterms:modified xsi:type="dcterms:W3CDTF">2026-07-08T17:47:26Z</dcterms:modified>
</cp:coreProperties>
</file>